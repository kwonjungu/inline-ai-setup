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[제목] ○○초등학교 발표 양식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DE6F0"/>
                </a:solidFill>
                <a:latin typeface="맑은 고딕"/>
              </a:defRPr>
            </a:pPr>
            <a:r>
              <a:t>[부제·부서·날짜]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[슬라이드 제목]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latin typeface="맑은 고딕"/>
              </a:defRPr>
            </a:pPr>
            <a:r>
              <a:t>￭ [본문] 우리 학교 발표 양식 예시 슬라이드입니다.</a:t>
            </a:r>
            <a:br/>
            <a:r>
              <a:t>￭ 색·글꼴·제목 띠를 이 양식에 맞춰 만들게 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홍길동</cp:lastModifiedBy>
  <cp:revision>1</cp:revision>
  <dcterms:created xsi:type="dcterms:W3CDTF">2013-01-27T09:14:16Z</dcterms:created>
  <dcterms:modified xsi:type="dcterms:W3CDTF">2013-01-27T09:15:58Z</dcterms:modified>
  <cp:category/>
</cp:coreProperties>
</file>